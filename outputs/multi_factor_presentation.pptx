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HS300 Multi-factor Study —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Reproducible factors, IC, robustness, and liquidity-aware backtest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 significance &amp; Robustness</a:t>
            </a:r>
          </a:p>
        </p:txBody>
      </p:sp>
      <p:pic>
        <p:nvPicPr>
          <p:cNvPr id="3" name="Picture 2" descr="stat_ic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206240" cy="4206240"/>
          </a:xfrm>
          <a:prstGeom prst="rect">
            <a:avLst/>
          </a:prstGeom>
        </p:spPr>
      </p:pic>
      <p:pic>
        <p:nvPicPr>
          <p:cNvPr id="4" name="Picture 3" descr="robustness_heatmap_cost_600b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NAV &amp; Quintile Returns</a:t>
            </a:r>
          </a:p>
        </p:txBody>
      </p:sp>
      <p:pic>
        <p:nvPicPr>
          <p:cNvPr id="3" name="Picture 2" descr="highres_multi_factor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206240" cy="1682496"/>
          </a:xfrm>
          <a:prstGeom prst="rect">
            <a:avLst/>
          </a:prstGeom>
        </p:spPr>
      </p:pic>
      <p:pic>
        <p:nvPicPr>
          <p:cNvPr id="4" name="Picture 3" descr="highres_filtered_quintile_cum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Liquidity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Factors: m120 (momentum), m60, vol60, size. Cross-sectional z-score; industry-neutral; monthly rebalance.</a:t>
            </a:r>
          </a:p>
          <a:p>
            <a:pPr lvl="1"/>
            <a:r>
              <a:t>Liquidity: ADV 20-day average; max 20% ADV per rebalance; linear impact cost applied.</a:t>
            </a:r>
          </a:p>
          <a:p>
            <a:pPr lvl="1"/>
            <a:r>
              <a:t>Robustness: rolling-window tests and parameter grid; results saved in outputs/robustness_param_summary.csv.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